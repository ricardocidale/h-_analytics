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228B22"/>
                </a:solidFill>
              </a:defRPr>
            </a:pPr>
            <a:r>
              <a:t>Property Target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Appendix Template – Hospitality Brand Investment Targets (Lola &amp; Ber)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28B22"/>
                </a:solidFill>
              </a:defRPr>
            </a:pPr>
            <a:r>
              <a:t>Page 1 – Property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Hero Image / Property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09728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Location: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Property Type: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Size (Land):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Size (Built):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Current Use: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Asking Price: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3566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8B22"/>
                </a:solidFill>
              </a:defRPr>
            </a:pPr>
            <a:r>
              <a:t>▶ View Property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Investment Highlights: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Strong fit for brand focus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Capacity for 30–50 guests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Wedding and retreat potential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Close to transport hubs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Unique regional appeal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28B22"/>
                </a:solidFill>
              </a:defRPr>
            </a:pPr>
            <a:r>
              <a:t>Page 2 – Key Property Parameters &amp; Development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Physical Overview: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Land area: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Built area: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Guest capacity (current):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Potential capacity (post-reno):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Event space size: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Parking: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Zoning: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Utilities:</a:t>
            </a:r>
          </a:p>
          <a:p>
            <a:pPr>
              <a:defRPr sz="1200">
                <a:solidFill>
                  <a:srgbClr val="3C3C3C"/>
                </a:solidFill>
              </a:defRPr>
            </a:pP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Amenities &amp; Features: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Pools, hot tubs, spa areas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Outdoor spaces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Dining &amp; kitchen facilities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Meeting/breakout rooms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Special features</a:t>
            </a:r>
          </a:p>
          <a:p>
            <a:pPr>
              <a:defRPr sz="1200">
                <a:solidFill>
                  <a:srgbClr val="3C3C3C"/>
                </a:solidFill>
              </a:defRPr>
            </a:pP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Development &amp; Renovation: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Est. renovation budget: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Timeline to launch: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External structures (A-frames, glamping, etc.)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Regulatory considerations</a:t>
            </a:r>
          </a:p>
          <a:p>
            <a:pPr>
              <a:defRPr sz="1200">
                <a:solidFill>
                  <a:srgbClr val="3C3C3C"/>
                </a:solidFill>
              </a:defRPr>
            </a:pP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Financial Snapshot: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Asking Price / Acquisition: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Est. Total Investment: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• Projected Annual Revenue: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28B22"/>
                </a:solidFill>
              </a:defRPr>
            </a:pPr>
            <a:r>
              <a:t>Page 3 – Site Maps, Floorplans &amp; Visual Moodboard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Site Map / Aerial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09728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Floorplan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7406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Visual Moodboard – 3–5 inspirational images (guest rooms, outdoor, event spaces)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